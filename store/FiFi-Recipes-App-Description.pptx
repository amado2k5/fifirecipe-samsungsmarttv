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4bc7768-25e3-d285-8007-f48e73ed00f1}">
          <p14:sldIdLst>
            <p14:sldId id="256"/>
            <p14:sldId id="257"/>
            <p14:sldId id="258"/>
          </p14:sldIdLst>
        </p14:section>
        <p14:section name="App overview" id="{79d5f265-4bac-297c-2bec-f3ff6f57f0d4}">
          <p14:sldIdLst>
            <p14:sldId id="259"/>
          </p14:sldIdLst>
        </p14:section>
        <p14:section name="UI Structure" id="{5c450607-5d5a-478e-da0e-f3dd0467ea86}">
          <p14:sldIdLst>
            <p14:sldId id="260"/>
          </p14:sldIdLst>
        </p14:section>
        <p14:section name="Usage Scenario" id="{cfc02361-f975-6ec7-d96a-604e52afd981}">
          <p14:sldIdLst>
            <p14:sldId id="261"/>
          </p14:sldIdLst>
        </p14:section>
        <p14:section name="Menu &amp; function description" id="{ecdbaf32-4bf2-8db5-e9e2-7582714b01d2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Key policy" id="{f4c3bb93-209d-8be4-fd6a-4ee7040c05db}">
          <p14:sldIdLst>
            <p14:sldId id="269"/>
          </p14:sldIdLst>
        </p14:section>
        <p14:section name="Languages" id="{38d577ce-2df1-7771-e847-241bc0949151}">
          <p14:sldIdLst>
            <p14:sldId id="270"/>
          </p14:sldIdLst>
        </p14:section>
        <p14:section name="Notes for the tester" id="{f78e1ae7-f8cc-621c-6769-f7257accfe8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FiFi Recipes Description · v1.0.2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 name"/>
          <p:cNvSpPr txBox="1"/>
          <p:nvPr/>
        </p:nvSpPr>
        <p:spPr>
          <a:xfrm>
            <a:off x="548640" y="1051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FiFi Recipes Description</a:t>
            </a:r>
            <a:endParaRPr lang="en-US" sz="3800" dirty="0"/>
          </a:p>
        </p:txBody>
      </p:sp>
      <p:sp>
        <p:nvSpPr>
          <p:cNvPr id="3" name="CP name"/>
          <p:cNvSpPr txBox="1"/>
          <p:nvPr/>
        </p:nvSpPr>
        <p:spPr>
          <a:xfrm>
            <a:off x="54864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CP: Dr. Fatma / FiFi</a:t>
            </a:r>
            <a:endParaRPr lang="en-US" sz="1800" dirty="0"/>
          </a:p>
        </p:txBody>
      </p:sp>
      <p:sp>
        <p:nvSpPr>
          <p:cNvPr id="4" name="Facts"/>
          <p:cNvSpPr txBox="1"/>
          <p:nvPr/>
        </p:nvSpPr>
        <p:spPr>
          <a:xfrm>
            <a:off x="54864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Tizen web application · version 1.0.2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App ID FiFiCookTV.FifiRecipes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No login · free · internet required</a:t>
            </a:r>
            <a:endParaRPr lang="en-US" sz="1300" dirty="0"/>
          </a:p>
        </p:txBody>
      </p:sp>
      <p:pic>
        <p:nvPicPr>
          <p:cNvPr id="5" name="Home screenshot" descr="/private/tmp/claude-501/-Users-ahmedabdelaal-Documents-GitHub-fifirecipes/5a1618f9-6a45-4358-8d61-f016790e155b/scratchpad/uideck/img/02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51560"/>
            <a:ext cx="3291840" cy="18516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agline"/>
          <p:cNvSpPr txBox="1"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Fresh from Dr. Fatma’s kitchen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History</a:t>
            </a:r>
            <a:endParaRPr lang="en-US" sz="2800" dirty="0"/>
          </a:p>
        </p:txBody>
      </p:sp>
      <p:graphicFrame>
        <p:nvGraphicFramePr>
          <p:cNvPr id="3" name="Rev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420624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2026.10.02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submission to TV Seller Office (supports 2020+ TVs, Tizen 5.5+)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Abdel Aal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Contents dot 1"/>
          <p:cNvSpPr/>
          <p:nvPr/>
        </p:nvSpPr>
        <p:spPr>
          <a:xfrm>
            <a:off x="457200" y="11338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ontents number 1"/>
          <p:cNvSpPr txBox="1"/>
          <p:nvPr/>
        </p:nvSpPr>
        <p:spPr>
          <a:xfrm>
            <a:off x="457200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Contents item 1"/>
          <p:cNvSpPr txBox="1"/>
          <p:nvPr/>
        </p:nvSpPr>
        <p:spPr>
          <a:xfrm>
            <a:off x="914400" y="1097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 overview</a:t>
            </a:r>
            <a:endParaRPr lang="en-US" sz="1600" dirty="0"/>
          </a:p>
        </p:txBody>
      </p:sp>
      <p:sp>
        <p:nvSpPr>
          <p:cNvPr id="6" name="Contents dot 2"/>
          <p:cNvSpPr/>
          <p:nvPr/>
        </p:nvSpPr>
        <p:spPr>
          <a:xfrm>
            <a:off x="457200" y="15910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ontents number 2"/>
          <p:cNvSpPr txBox="1"/>
          <p:nvPr/>
        </p:nvSpPr>
        <p:spPr>
          <a:xfrm>
            <a:off x="457200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Contents item 2"/>
          <p:cNvSpPr txBox="1"/>
          <p:nvPr/>
        </p:nvSpPr>
        <p:spPr>
          <a:xfrm>
            <a:off x="914400" y="1554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UI Structure</a:t>
            </a:r>
            <a:endParaRPr lang="en-US" sz="1600" dirty="0"/>
          </a:p>
        </p:txBody>
      </p:sp>
      <p:sp>
        <p:nvSpPr>
          <p:cNvPr id="9" name="Contents dot 3"/>
          <p:cNvSpPr/>
          <p:nvPr/>
        </p:nvSpPr>
        <p:spPr>
          <a:xfrm>
            <a:off x="457200" y="20482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ontents number 3"/>
          <p:cNvSpPr txBox="1"/>
          <p:nvPr/>
        </p:nvSpPr>
        <p:spPr>
          <a:xfrm>
            <a:off x="45720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Contents item 3"/>
          <p:cNvSpPr txBox="1"/>
          <p:nvPr/>
        </p:nvSpPr>
        <p:spPr>
          <a:xfrm>
            <a:off x="914400" y="2011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Usage Scenario</a:t>
            </a:r>
            <a:endParaRPr lang="en-US" sz="1600" dirty="0"/>
          </a:p>
        </p:txBody>
      </p:sp>
      <p:sp>
        <p:nvSpPr>
          <p:cNvPr id="12" name="Contents dot 4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ontents number 4"/>
          <p:cNvSpPr txBox="1"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Contents item 4"/>
          <p:cNvSpPr txBox="1"/>
          <p:nvPr/>
        </p:nvSpPr>
        <p:spPr>
          <a:xfrm>
            <a:off x="914400" y="2468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Menu &amp; function description</a:t>
            </a:r>
            <a:endParaRPr lang="en-US" sz="1600" dirty="0"/>
          </a:p>
        </p:txBody>
      </p:sp>
      <p:sp>
        <p:nvSpPr>
          <p:cNvPr id="15" name="Contents dot 5"/>
          <p:cNvSpPr/>
          <p:nvPr/>
        </p:nvSpPr>
        <p:spPr>
          <a:xfrm>
            <a:off x="457200" y="29626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ontents number 5"/>
          <p:cNvSpPr txBox="1"/>
          <p:nvPr/>
        </p:nvSpPr>
        <p:spPr>
          <a:xfrm>
            <a:off x="45720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Contents item 5"/>
          <p:cNvSpPr txBox="1"/>
          <p:nvPr/>
        </p:nvSpPr>
        <p:spPr>
          <a:xfrm>
            <a:off x="914400" y="2926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 policy</a:t>
            </a:r>
            <a:endParaRPr lang="en-US" sz="1600" dirty="0"/>
          </a:p>
        </p:txBody>
      </p:sp>
      <p:sp>
        <p:nvSpPr>
          <p:cNvPr id="18" name="Contents dot 6"/>
          <p:cNvSpPr/>
          <p:nvPr/>
        </p:nvSpPr>
        <p:spPr>
          <a:xfrm>
            <a:off x="457200" y="34198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Contents number 6"/>
          <p:cNvSpPr txBox="1"/>
          <p:nvPr/>
        </p:nvSpPr>
        <p:spPr>
          <a:xfrm>
            <a:off x="4572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Contents item 6"/>
          <p:cNvSpPr txBox="1"/>
          <p:nvPr/>
        </p:nvSpPr>
        <p:spPr>
          <a:xfrm>
            <a:off x="914400" y="3383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to change languages</a:t>
            </a:r>
            <a:endParaRPr lang="en-US" sz="1600" dirty="0"/>
          </a:p>
        </p:txBody>
      </p:sp>
      <p:sp>
        <p:nvSpPr>
          <p:cNvPr id="21" name="Contents dot 7"/>
          <p:cNvSpPr/>
          <p:nvPr/>
        </p:nvSpPr>
        <p:spPr>
          <a:xfrm>
            <a:off x="457200" y="38770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ontents number 7"/>
          <p:cNvSpPr txBox="1"/>
          <p:nvPr/>
        </p:nvSpPr>
        <p:spPr>
          <a:xfrm>
            <a:off x="4572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Contents item 7"/>
          <p:cNvSpPr txBox="1"/>
          <p:nvPr/>
        </p:nvSpPr>
        <p:spPr>
          <a:xfrm>
            <a:off x="914400" y="3840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Notes for the tester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overview</a:t>
            </a:r>
            <a:endParaRPr lang="en-US" sz="2800" dirty="0"/>
          </a:p>
        </p:txBody>
      </p:sp>
      <p:sp>
        <p:nvSpPr>
          <p:cNvPr id="3" name="Fact card 1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Fact label 1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5" name="Fact text 1"/>
          <p:cNvSpPr txBox="1"/>
          <p:nvPr/>
        </p:nvSpPr>
        <p:spPr>
          <a:xfrm>
            <a:off x="640080" y="1481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Egyptian family recipe archive: 1,000+ recipes, chapters, search, and a Kids cooking mode.</a:t>
            </a:r>
            <a:endParaRPr lang="en-US" sz="1150" dirty="0"/>
          </a:p>
        </p:txBody>
      </p:sp>
      <p:sp>
        <p:nvSpPr>
          <p:cNvPr id="6" name="Fact card 2"/>
          <p:cNvSpPr/>
          <p:nvPr/>
        </p:nvSpPr>
        <p:spPr>
          <a:xfrm>
            <a:off x="466344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Fact label 2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Supported TVs</a:t>
            </a:r>
            <a:endParaRPr lang="en-US" sz="1300" dirty="0"/>
          </a:p>
        </p:txBody>
      </p:sp>
      <p:sp>
        <p:nvSpPr>
          <p:cNvPr id="8" name="Fact text 2"/>
          <p:cNvSpPr txBox="1"/>
          <p:nvPr/>
        </p:nvSpPr>
        <p:spPr>
          <a:xfrm>
            <a:off x="4846320" y="1481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2020 and newer (Tizen 5.5+). Tested on a 2020 QN65Q60T.</a:t>
            </a:r>
            <a:endParaRPr lang="en-US" sz="1150" dirty="0"/>
          </a:p>
        </p:txBody>
      </p:sp>
      <p:sp>
        <p:nvSpPr>
          <p:cNvPr id="9" name="Fact card 3"/>
          <p:cNvSpPr/>
          <p:nvPr/>
        </p:nvSpPr>
        <p:spPr>
          <a:xfrm>
            <a:off x="45720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Fact label 3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Log-in / activation</a:t>
            </a:r>
            <a:endParaRPr lang="en-US" sz="1300" dirty="0"/>
          </a:p>
        </p:txBody>
      </p:sp>
      <p:sp>
        <p:nvSpPr>
          <p:cNvPr id="11" name="Fact text 3"/>
          <p:cNvSpPr txBox="1"/>
          <p:nvPr/>
        </p:nvSpPr>
        <p:spPr>
          <a:xfrm>
            <a:off x="640080" y="2624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None. No account, no activation, no test account needed.</a:t>
            </a:r>
            <a:endParaRPr lang="en-US" sz="1150" dirty="0"/>
          </a:p>
        </p:txBody>
      </p:sp>
      <p:sp>
        <p:nvSpPr>
          <p:cNvPr id="12" name="Fact card 4"/>
          <p:cNvSpPr/>
          <p:nvPr/>
        </p:nvSpPr>
        <p:spPr>
          <a:xfrm>
            <a:off x="466344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Fact label 4"/>
          <p:cNvSpPr txBox="1"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Payment &amp; ads</a:t>
            </a:r>
            <a:endParaRPr lang="en-US" sz="1300" dirty="0"/>
          </a:p>
        </p:txBody>
      </p:sp>
      <p:sp>
        <p:nvSpPr>
          <p:cNvPr id="14" name="Fact text 4"/>
          <p:cNvSpPr txBox="1"/>
          <p:nvPr/>
        </p:nvSpPr>
        <p:spPr>
          <a:xfrm>
            <a:off x="4846320" y="2624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Free. No in-app purchases, no advertising, no tracking.</a:t>
            </a:r>
            <a:endParaRPr lang="en-US" sz="1150" dirty="0"/>
          </a:p>
        </p:txBody>
      </p:sp>
      <p:sp>
        <p:nvSpPr>
          <p:cNvPr id="15" name="Fact card 5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Fact label 5"/>
          <p:cNvSpPr txBox="1"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Network</a:t>
            </a:r>
            <a:endParaRPr lang="en-US" sz="1300" dirty="0"/>
          </a:p>
        </p:txBody>
      </p:sp>
      <p:sp>
        <p:nvSpPr>
          <p:cNvPr id="17" name="Fact text 5"/>
          <p:cNvSpPr txBox="1"/>
          <p:nvPr/>
        </p:nvSpPr>
        <p:spPr>
          <a:xfrm>
            <a:off x="640080" y="3767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Required. Recipes load from fifi.cooking; videos play via a YouTube relay page.</a:t>
            </a:r>
            <a:endParaRPr lang="en-US" sz="1150" dirty="0"/>
          </a:p>
        </p:txBody>
      </p:sp>
      <p:sp>
        <p:nvSpPr>
          <p:cNvPr id="18" name="Fact card 6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Fact label 6"/>
          <p:cNvSpPr txBox="1"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Languages</a:t>
            </a:r>
            <a:endParaRPr lang="en-US" sz="1300" dirty="0"/>
          </a:p>
        </p:txBody>
      </p:sp>
      <p:sp>
        <p:nvSpPr>
          <p:cNvPr id="20" name="Fact text 6"/>
          <p:cNvSpPr txBox="1"/>
          <p:nvPr/>
        </p:nvSpPr>
        <p:spPr>
          <a:xfrm>
            <a:off x="4846320" y="3767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25 languages, chosen in-app; Arabic, Urdu and others mirror right-to-left.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Structure</a:t>
            </a:r>
            <a:endParaRPr lang="en-US" sz="2800" dirty="0"/>
          </a:p>
        </p:txBody>
      </p:sp>
      <p:sp>
        <p:nvSpPr>
          <p:cNvPr id="3" name="Launch"/>
          <p:cNvSpPr/>
          <p:nvPr/>
        </p:nvSpPr>
        <p:spPr>
          <a:xfrm>
            <a:off x="45720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" name="Launch label"/>
          <p:cNvSpPr txBox="1"/>
          <p:nvPr/>
        </p:nvSpPr>
        <p:spPr>
          <a:xfrm>
            <a:off x="45720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Launch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from Smart Hub</a:t>
            </a:r>
            <a:endParaRPr lang="en-US" sz="1300" dirty="0"/>
          </a:p>
        </p:txBody>
      </p:sp>
      <p:sp>
        <p:nvSpPr>
          <p:cNvPr id="5" name="Language"/>
          <p:cNvSpPr/>
          <p:nvPr/>
        </p:nvSpPr>
        <p:spPr>
          <a:xfrm>
            <a:off x="210312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6" name="Language label"/>
          <p:cNvSpPr txBox="1"/>
          <p:nvPr/>
        </p:nvSpPr>
        <p:spPr>
          <a:xfrm>
            <a:off x="210312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Language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first launch only</a:t>
            </a:r>
            <a:endParaRPr lang="en-US" sz="1300" dirty="0"/>
          </a:p>
        </p:txBody>
      </p:sp>
      <p:sp>
        <p:nvSpPr>
          <p:cNvPr id="7" name="Arrow into Language"/>
          <p:cNvSpPr/>
          <p:nvPr/>
        </p:nvSpPr>
        <p:spPr>
          <a:xfrm>
            <a:off x="178308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Home"/>
          <p:cNvSpPr/>
          <p:nvPr/>
        </p:nvSpPr>
        <p:spPr>
          <a:xfrm>
            <a:off x="374904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Home label"/>
          <p:cNvSpPr txBox="1"/>
          <p:nvPr/>
        </p:nvSpPr>
        <p:spPr>
          <a:xfrm>
            <a:off x="374904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Home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top menu + rails</a:t>
            </a:r>
            <a:endParaRPr lang="en-US" sz="1300" dirty="0"/>
          </a:p>
        </p:txBody>
      </p:sp>
      <p:sp>
        <p:nvSpPr>
          <p:cNvPr id="10" name="Arrow into Home"/>
          <p:cNvSpPr/>
          <p:nvPr/>
        </p:nvSpPr>
        <p:spPr>
          <a:xfrm>
            <a:off x="342900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Recipe"/>
          <p:cNvSpPr/>
          <p:nvPr/>
        </p:nvSpPr>
        <p:spPr>
          <a:xfrm>
            <a:off x="539496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2" name="Recipe label"/>
          <p:cNvSpPr txBox="1"/>
          <p:nvPr/>
        </p:nvSpPr>
        <p:spPr>
          <a:xfrm>
            <a:off x="539496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Recipe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ingredients &amp; steps</a:t>
            </a:r>
            <a:endParaRPr lang="en-US" sz="1300" dirty="0"/>
          </a:p>
        </p:txBody>
      </p:sp>
      <p:sp>
        <p:nvSpPr>
          <p:cNvPr id="13" name="Arrow into Recipe"/>
          <p:cNvSpPr/>
          <p:nvPr/>
        </p:nvSpPr>
        <p:spPr>
          <a:xfrm>
            <a:off x="507492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Video"/>
          <p:cNvSpPr/>
          <p:nvPr/>
        </p:nvSpPr>
        <p:spPr>
          <a:xfrm>
            <a:off x="704088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Video label"/>
          <p:cNvSpPr txBox="1"/>
          <p:nvPr/>
        </p:nvSpPr>
        <p:spPr>
          <a:xfrm>
            <a:off x="704088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full-screen player</a:t>
            </a:r>
            <a:endParaRPr lang="en-US" sz="1300" dirty="0"/>
          </a:p>
        </p:txBody>
      </p:sp>
      <p:sp>
        <p:nvSpPr>
          <p:cNvPr id="16" name="Arrow into Video"/>
          <p:cNvSpPr/>
          <p:nvPr/>
        </p:nvSpPr>
        <p:spPr>
          <a:xfrm>
            <a:off x="672084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Branch stem"/>
          <p:cNvSpPr/>
          <p:nvPr/>
        </p:nvSpPr>
        <p:spPr>
          <a:xfrm>
            <a:off x="4411980" y="1901952"/>
            <a:ext cx="0" cy="49377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8" name="Branch bus"/>
          <p:cNvSpPr/>
          <p:nvPr/>
        </p:nvSpPr>
        <p:spPr>
          <a:xfrm>
            <a:off x="2286000" y="2395728"/>
            <a:ext cx="425196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9" name="Arrow into Chapters"/>
          <p:cNvSpPr/>
          <p:nvPr/>
        </p:nvSpPr>
        <p:spPr>
          <a:xfrm>
            <a:off x="228600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Menu Chapters"/>
          <p:cNvSpPr/>
          <p:nvPr/>
        </p:nvSpPr>
        <p:spPr>
          <a:xfrm>
            <a:off x="164592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Menu Chapters label"/>
          <p:cNvSpPr txBox="1"/>
          <p:nvPr/>
        </p:nvSpPr>
        <p:spPr>
          <a:xfrm>
            <a:off x="164592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Chapters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browse by chapter</a:t>
            </a:r>
            <a:endParaRPr lang="en-US" sz="1300" dirty="0"/>
          </a:p>
        </p:txBody>
      </p:sp>
      <p:sp>
        <p:nvSpPr>
          <p:cNvPr id="22" name="Arrow into Search"/>
          <p:cNvSpPr/>
          <p:nvPr/>
        </p:nvSpPr>
        <p:spPr>
          <a:xfrm>
            <a:off x="370332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Menu Search"/>
          <p:cNvSpPr/>
          <p:nvPr/>
        </p:nvSpPr>
        <p:spPr>
          <a:xfrm>
            <a:off x="306324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Menu Search label"/>
          <p:cNvSpPr txBox="1"/>
          <p:nvPr/>
        </p:nvSpPr>
        <p:spPr>
          <a:xfrm>
            <a:off x="306324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on-screen keyboard</a:t>
            </a:r>
            <a:endParaRPr lang="en-US" sz="1300" dirty="0"/>
          </a:p>
        </p:txBody>
      </p:sp>
      <p:sp>
        <p:nvSpPr>
          <p:cNvPr id="25" name="Arrow into Kids"/>
          <p:cNvSpPr/>
          <p:nvPr/>
        </p:nvSpPr>
        <p:spPr>
          <a:xfrm>
            <a:off x="512064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Menu Kids"/>
          <p:cNvSpPr/>
          <p:nvPr/>
        </p:nvSpPr>
        <p:spPr>
          <a:xfrm>
            <a:off x="448056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7" name="Menu Kids label"/>
          <p:cNvSpPr txBox="1"/>
          <p:nvPr/>
        </p:nvSpPr>
        <p:spPr>
          <a:xfrm>
            <a:off x="448056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Kids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illustrated recipes</a:t>
            </a:r>
            <a:endParaRPr lang="en-US" sz="1300" dirty="0"/>
          </a:p>
        </p:txBody>
      </p:sp>
      <p:sp>
        <p:nvSpPr>
          <p:cNvPr id="28" name="Arrow into Settings"/>
          <p:cNvSpPr/>
          <p:nvPr/>
        </p:nvSpPr>
        <p:spPr>
          <a:xfrm>
            <a:off x="653796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Menu Settings"/>
          <p:cNvSpPr/>
          <p:nvPr/>
        </p:nvSpPr>
        <p:spPr>
          <a:xfrm>
            <a:off x="589788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0" name="Menu Settings label"/>
          <p:cNvSpPr txBox="1"/>
          <p:nvPr/>
        </p:nvSpPr>
        <p:spPr>
          <a:xfrm>
            <a:off x="589788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Settings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language · about</a:t>
            </a:r>
            <a:endParaRPr lang="en-US" sz="1300" dirty="0"/>
          </a:p>
        </p:txBody>
      </p:sp>
      <p:sp>
        <p:nvSpPr>
          <p:cNvPr id="31" name="Flow note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Top menu items are reachable from every screen with ↑. Return walks back along these arrows; Return on Home exits to Smart Hub.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Scenario</a:t>
            </a:r>
            <a:endParaRPr lang="en-US" sz="2800" dirty="0"/>
          </a:p>
        </p:txBody>
      </p:sp>
      <p:sp>
        <p:nvSpPr>
          <p:cNvPr id="3" name="Scenario column 1"/>
          <p:cNvSpPr txBox="1"/>
          <p:nvPr/>
        </p:nvSpPr>
        <p:spPr>
          <a:xfrm>
            <a:off x="457200" y="10515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Open Smart Hub › Apps and launch FiFi Recipes.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First launch: pick a language (e.g. English) with the arrows, press OK.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Home: move along the recipe rails, press OK on a card.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Recipe: press ↓ to read ingredients and steps.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Further down, press OK on a video card: it plays full screen.</a:t>
            </a:r>
            <a:endParaRPr lang="en-US" sz="1200" dirty="0"/>
          </a:p>
        </p:txBody>
      </p:sp>
      <p:sp>
        <p:nvSpPr>
          <p:cNvPr id="4" name="Scenario column 2"/>
          <p:cNvSpPr txBox="1"/>
          <p:nvPr/>
        </p:nvSpPr>
        <p:spPr>
          <a:xfrm>
            <a:off x="4663440" y="10515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Use Play/Pause and Stop; press Return to close the player.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Press ↑ to the top menu › Search; type “kofta” on the on-screen keyboard and open a result.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Top menu › Kids: open a recipe › “Get ready” › step cards (← →) › celebration.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Top menu › Settings › Language: choose Arabic; the layout mirrors right-to-left.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Press Return back to Home, then Return again: the app closes to Smart Hub.</a:t>
            </a:r>
            <a:endParaRPr lang="en-US" sz="1200" dirty="0"/>
          </a:p>
        </p:txBody>
      </p:sp>
      <p:sp>
        <p:nvSpPr>
          <p:cNvPr id="5" name="Scenario note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No log-in, activation or payment exists in the app, so the scenario needs no account or test credentials.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Language picker</a:t>
            </a:r>
            <a:endParaRPr lang="en-US" sz="2800" dirty="0"/>
          </a:p>
        </p:txBody>
      </p:sp>
      <p:pic>
        <p:nvPicPr>
          <p:cNvPr id="3" name="Language picker screenshot" descr="/private/tmp/claude-501/-Users-ahmedabdelaal-Documents-GitHub-fifirecipes/5a1618f9-6a45-4358-8d61-f016790e155b/scratchpad/uideck/img/01-langu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Language picker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Shown on first launch only.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Arrows move between languages; OK confirms and opens Home.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choice is remembered; change it later in Settings.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Home</a:t>
            </a:r>
            <a:endParaRPr lang="en-US" sz="2800" dirty="0"/>
          </a:p>
        </p:txBody>
      </p:sp>
      <p:pic>
        <p:nvPicPr>
          <p:cNvPr id="3" name="Home screenshot" descr="/private/tmp/claude-501/-Users-ahmedabdelaal-Documents-GitHub-fifirecipes/5a1618f9-6a45-4358-8d61-f016790e155b/scratchpad/uideck/img/02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Home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menu: Home, Chapters, Search, Kids, Settings.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Featured recipe banner, then rails of recipes: ← → scroll a rail, ↓ next rail.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OK on a card opens the recipe.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Return on Home closes the app (back to Smart Hub).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Recipe</a:t>
            </a:r>
            <a:endParaRPr lang="en-US" sz="2800" dirty="0"/>
          </a:p>
        </p:txBody>
      </p:sp>
      <p:pic>
        <p:nvPicPr>
          <p:cNvPr id="3" name="Recipe screenshot" descr="/private/tmp/claude-501/-Users-ahmedabdelaal-Documents-GitHub-fifirecipes/5a1618f9-6a45-4358-8d61-f016790e155b/scratchpad/uideck/img/03-reci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Recipe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Title, times, servings, nutrition and “From Fatma’s notebook”.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↓ scrolls to Ingredients and numbered Steps; the focused step is outlined.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Video cards further down; OK opens the player.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Return goes back to the previous screen.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Video player</a:t>
            </a:r>
            <a:endParaRPr lang="en-US" sz="2800" dirty="0"/>
          </a:p>
        </p:txBody>
      </p:sp>
      <p:pic>
        <p:nvPicPr>
          <p:cNvPr id="3" name="Video player screenshot" descr="/private/tmp/claude-501/-Users-ahmedabdelaal-Documents-GitHub-fifirecipes/5a1618f9-6a45-4358-8d61-f016790e155b/scratchpad/uideck/img/03b-vide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Video player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Plays the recipe video full screen (YouTube relay page).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Play/Pause, Play, Pause and Stop keys control playback; on-screen Play/Pause and Close buttons too.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Return or Stop closes the player.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Smart Hub / leaving the app pauses the video.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Search</a:t>
            </a:r>
            <a:endParaRPr lang="en-US" sz="2800" dirty="0"/>
          </a:p>
        </p:txBody>
      </p:sp>
      <p:pic>
        <p:nvPicPr>
          <p:cNvPr id="3" name="Search screenshot" descr="/private/tmp/claude-501/-Users-ahmedabdelaal-Documents-GitHub-fifirecipes/5a1618f9-6a45-4358-8d61-f016790e155b/scratchpad/uideck/img/06-se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Search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On-screen keyboard: arrows to a letter, OK to type; space, delete and clear keys below.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Matching recipes appear under the keyboard as you type.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Unmatched words show a “no results” message.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Kids</a:t>
            </a:r>
            <a:endParaRPr lang="en-US" sz="2800" dirty="0"/>
          </a:p>
        </p:txBody>
      </p:sp>
      <p:pic>
        <p:nvPicPr>
          <p:cNvPr id="3" name="Kids screenshot" descr="/private/tmp/claude-501/-Users-ahmedabdelaal-Documents-GitHub-fifirecipes/5a1618f9-6a45-4358-8d61-f016790e155b/scratchpad/uideck/img/05-k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Kids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chips: All, Breakfast, Snacks, Savoury, Sweet treats, Drinks, No cooking.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OK on a recipe opens the “Get ready” checklist with allergen and grown-up notes.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Step cards: ← → to move; a celebration screen at the end.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function · Settings</a:t>
            </a:r>
            <a:endParaRPr lang="en-US" sz="2800" dirty="0"/>
          </a:p>
        </p:txBody>
      </p:sp>
      <p:pic>
        <p:nvPicPr>
          <p:cNvPr id="3" name="Settings screenshot" descr="/private/tmp/claude-501/-Users-ahmedabdelaal-Documents-GitHub-fifirecipes/5a1618f9-6a45-4358-8d61-f016790e155b/scratchpad/uideck/img/07-home-arab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Settings function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Settings: language, about, app version.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Choosing Arabic (shown) mirrors the entire interface; arrow keys follow the mirrored layout.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Policy</a:t>
            </a:r>
            <a:endParaRPr lang="en-US" sz="2800" dirty="0"/>
          </a:p>
        </p:txBody>
      </p:sp>
      <p:graphicFrame>
        <p:nvGraphicFramePr>
          <p:cNvPr id="15" name="Key poli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16459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/ DOWN / LEFT / RIGHT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highlight (focused item outlined in orange)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the highlighted item (recipe, chapter, video, key, filter)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the previous page; on Home, close the app and return to Smart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Mandatory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app immediately (handled by the system, no popup)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Mandatory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PLAY/PAUSE · PLAY · PAUSE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playback while the video player is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 outside the 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video and close the 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 outside the 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 / REW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UP /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keys 0–9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keys (RED/GREEN/YELLOW/BLUE)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change languages</a:t>
            </a:r>
            <a:endParaRPr lang="en-US" sz="2800" dirty="0"/>
          </a:p>
        </p:txBody>
      </p:sp>
      <p:graphicFrame>
        <p:nvGraphicFramePr>
          <p:cNvPr id="16" name="Langua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change languages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language is chosen inside the app, independent of the TV country or OSD language.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First launch: the language picker appears; select a language and press OK.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Any time later: top menu › Settings › Language › select a language. The change applies immediately.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Right-to-left languages (Arabic, Urdu, Persian, Pashto, Hebrew, Kurdish) mirror the layout.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languages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Arabic, English, French, Spanish, Japanese, Hindi, Portuguese, Russian, Chinese, German, Italian, Greek, Urdu, Persian, Turkish, Kurdish, Indonesian, Swahili, Korean, Dutch, Pashto, Hebrew, Polish, Swedish, Telugu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for the tester</a:t>
            </a:r>
            <a:endParaRPr lang="en-US" sz="2800" dirty="0"/>
          </a:p>
        </p:txBody>
      </p:sp>
      <p:sp>
        <p:nvSpPr>
          <p:cNvPr id="3" name="Note dot 1"/>
          <p:cNvSpPr/>
          <p:nvPr/>
        </p:nvSpPr>
        <p:spPr>
          <a:xfrm>
            <a:off x="457200" y="1115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ote number 1"/>
          <p:cNvSpPr txBox="1"/>
          <p:nvPr/>
        </p:nvSpPr>
        <p:spPr>
          <a:xfrm>
            <a:off x="45720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Note text 1"/>
          <p:cNvSpPr txBox="1"/>
          <p:nvPr/>
        </p:nvSpPr>
        <p:spPr>
          <a:xfrm>
            <a:off x="960120" y="105156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No account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There is no login, activation or payment anywhere in the app.</a:t>
            </a:r>
            <a:endParaRPr lang="en-US" sz="1250" dirty="0"/>
          </a:p>
        </p:txBody>
      </p:sp>
      <p:sp>
        <p:nvSpPr>
          <p:cNvPr id="6" name="Note dot 2"/>
          <p:cNvSpPr/>
          <p:nvPr/>
        </p:nvSpPr>
        <p:spPr>
          <a:xfrm>
            <a:off x="457200" y="16824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ote number 2"/>
          <p:cNvSpPr txBox="1"/>
          <p:nvPr/>
        </p:nvSpPr>
        <p:spPr>
          <a:xfrm>
            <a:off x="45720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Note text 2"/>
          <p:cNvSpPr txBox="1"/>
          <p:nvPr/>
        </p:nvSpPr>
        <p:spPr>
          <a:xfrm>
            <a:off x="960120" y="161848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Network loss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banner appears when the connection drops; the app recovers automatically when it returns.</a:t>
            </a:r>
            <a:endParaRPr lang="en-US" sz="1250" dirty="0"/>
          </a:p>
        </p:txBody>
      </p:sp>
      <p:sp>
        <p:nvSpPr>
          <p:cNvPr id="9" name="Note dot 3"/>
          <p:cNvSpPr/>
          <p:nvPr/>
        </p:nvSpPr>
        <p:spPr>
          <a:xfrm>
            <a:off x="457200" y="224942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ote number 3"/>
          <p:cNvSpPr txBox="1"/>
          <p:nvPr/>
        </p:nvSpPr>
        <p:spPr>
          <a:xfrm>
            <a:off x="45720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Note text 3"/>
          <p:cNvSpPr txBox="1"/>
          <p:nvPr/>
        </p:nvSpPr>
        <p:spPr>
          <a:xfrm>
            <a:off x="960120" y="2185416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Return / Exit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Return on Home exits to Smart Hub. Exit always closes immediately (system key, not intercepted).</a:t>
            </a:r>
            <a:endParaRPr lang="en-US" sz="1250" dirty="0"/>
          </a:p>
        </p:txBody>
      </p:sp>
      <p:sp>
        <p:nvSpPr>
          <p:cNvPr id="12" name="Note dot 4"/>
          <p:cNvSpPr/>
          <p:nvPr/>
        </p:nvSpPr>
        <p:spPr>
          <a:xfrm>
            <a:off x="457200" y="28163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ote number 4"/>
          <p:cNvSpPr txBox="1"/>
          <p:nvPr/>
        </p:nvSpPr>
        <p:spPr>
          <a:xfrm>
            <a:off x="45720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Note text 4"/>
          <p:cNvSpPr txBox="1"/>
          <p:nvPr/>
        </p:nvSpPr>
        <p:spPr>
          <a:xfrm>
            <a:off x="960120" y="275234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Background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Media pauses when the app is hidden (Smart Hub / Home key) and can be resumed.</a:t>
            </a:r>
            <a:endParaRPr lang="en-US" sz="1250" dirty="0"/>
          </a:p>
        </p:txBody>
      </p:sp>
      <p:sp>
        <p:nvSpPr>
          <p:cNvPr id="15" name="Note dot 5"/>
          <p:cNvSpPr/>
          <p:nvPr/>
        </p:nvSpPr>
        <p:spPr>
          <a:xfrm>
            <a:off x="457200" y="33832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ote number 5"/>
          <p:cNvSpPr txBox="1"/>
          <p:nvPr/>
        </p:nvSpPr>
        <p:spPr>
          <a:xfrm>
            <a:off x="4572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Note text 5"/>
          <p:cNvSpPr txBox="1"/>
          <p:nvPr/>
        </p:nvSpPr>
        <p:spPr>
          <a:xfrm>
            <a:off x="960120" y="331927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Rapid input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Held or rapid arrow presses are throttled so focus never skips or breaks.</a:t>
            </a:r>
            <a:endParaRPr lang="en-US" sz="1250" dirty="0"/>
          </a:p>
        </p:txBody>
      </p:sp>
      <p:sp>
        <p:nvSpPr>
          <p:cNvPr id="18" name="Note dot 6"/>
          <p:cNvSpPr/>
          <p:nvPr/>
        </p:nvSpPr>
        <p:spPr>
          <a:xfrm>
            <a:off x="457200" y="39502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ote number 6"/>
          <p:cNvSpPr txBox="1"/>
          <p:nvPr/>
        </p:nvSpPr>
        <p:spPr>
          <a:xfrm>
            <a:off x="45720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Note text 6"/>
          <p:cNvSpPr txBox="1"/>
          <p:nvPr/>
        </p:nvSpPr>
        <p:spPr>
          <a:xfrm>
            <a:off x="960120" y="388620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Privacy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personal data is collected or stored. Policy: samsungsmarttv.fifi.cooking/privacy.html</a:t>
            </a:r>
            <a:endParaRPr lang="en-US" sz="1250" dirty="0"/>
          </a:p>
        </p:txBody>
      </p:sp>
      <p:sp>
        <p:nvSpPr>
          <p:cNvPr id="21" name="Support line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Support: samsungtv@fifi.cooking · samsungsmarttv.fifi.cooking/support.html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Fi Recipes">
  <a:themeElements>
    <a:clrScheme name="FiFi Recipes">
      <a:dk1>
        <a:srgbClr val="43311F"/>
      </a:dk1>
      <a:lt1>
        <a:srgbClr val="FFFFFF"/>
      </a:lt1>
      <a:dk2>
        <a:srgbClr val="2F5E18"/>
      </a:dk2>
      <a:lt2>
        <a:srgbClr val="F4F8EF"/>
      </a:lt2>
      <a:accent1>
        <a:srgbClr val="3A7A1E"/>
      </a:accent1>
      <a:accent2>
        <a:srgbClr val="E8590C"/>
      </a:accent2>
      <a:accent3>
        <a:srgbClr val="FFC53D"/>
      </a:accent3>
      <a:accent4>
        <a:srgbClr val="6F5B42"/>
      </a:accent4>
      <a:accent5>
        <a:srgbClr val="E6F3D8"/>
      </a:accent5>
      <a:accent6>
        <a:srgbClr val="FDE4D3"/>
      </a:accent6>
      <a:hlink>
        <a:srgbClr val="3A7A1E"/>
      </a:hlink>
      <a:folHlink>
        <a:srgbClr val="6F5B42"/>
      </a:folHlink>
    </a:clrScheme>
    <a:fontScheme name="FiFi Recip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FiFi Recipes Description</dc:title>
  <dc:subject>PptxGenJS Presentation</dc:subject>
  <dc:creator>FiFi Recipes</dc:creator>
  <cp:lastModifiedBy>FiFi Recipes</cp:lastModifiedBy>
  <cp:revision>1</cp:revision>
  <dcterms:created xsi:type="dcterms:W3CDTF">2026-10-03T03:13:27Z</dcterms:created>
  <dcterms:modified xsi:type="dcterms:W3CDTF">2026-10-03T03:13:27Z</dcterms:modified>
</cp:coreProperties>
</file>